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0"/>
  </p:notesMasterIdLst>
  <p:sldIdLst>
    <p:sldId id="261" r:id="rId5"/>
    <p:sldId id="262" r:id="rId6"/>
    <p:sldId id="263" r:id="rId7"/>
    <p:sldId id="265" r:id="rId8"/>
    <p:sldId id="264" r:id="rId9"/>
  </p:sldIdLst>
  <p:sldSz cx="10693400" cy="7556500"/>
  <p:notesSz cx="6858000" cy="9144000"/>
  <p:embeddedFontLst>
    <p:embeddedFont>
      <p:font typeface="Inter" panose="02000503000000020004" pitchFamily="2" charset="0"/>
      <p:regular r:id="rId11"/>
      <p:bold r:id="rId12"/>
      <p:italic r:id="rId13"/>
      <p:boldItalic r:id="rId14"/>
    </p:embeddedFont>
    <p:embeddedFont>
      <p:font typeface="Source Serif 4" panose="020406030504050202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F776F-24FE-411B-BBE3-09297A00E59B}" v="5" dt="2025-11-20T12:02:36.281"/>
  </p1510:revLst>
</p1510:revInfo>
</file>

<file path=ppt/tableStyles.xml><?xml version="1.0" encoding="utf-8"?>
<a:tblStyleLst xmlns:a="http://schemas.openxmlformats.org/drawingml/2006/main" def="{0DB4605A-B4DE-40C1-808C-5EFEC11BBA63}">
  <a:tblStyle styleId="{0DB4605A-B4DE-40C1-808C-5EFEC11BBA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1"/>
  </p:normalViewPr>
  <p:slideViewPr>
    <p:cSldViewPr snapToGrid="0">
      <p:cViewPr varScale="1">
        <p:scale>
          <a:sx n="92" d="100"/>
          <a:sy n="92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átay-Csepeli Gábor András" userId="c85659c7-1923-47e2-a3c3-5e28a20c862b" providerId="ADAL" clId="{AA93E581-03BE-44F9-8129-84C94453F8A1}"/>
    <pc:docChg chg="custSel addSld delSld modSld">
      <pc:chgData name="Mátay-Csepeli Gábor András" userId="c85659c7-1923-47e2-a3c3-5e28a20c862b" providerId="ADAL" clId="{AA93E581-03BE-44F9-8129-84C94453F8A1}" dt="2025-11-20T12:02:44.661" v="54" actId="14100"/>
      <pc:docMkLst>
        <pc:docMk/>
      </pc:docMkLst>
      <pc:sldChg chg="del">
        <pc:chgData name="Mátay-Csepeli Gábor András" userId="c85659c7-1923-47e2-a3c3-5e28a20c862b" providerId="ADAL" clId="{AA93E581-03BE-44F9-8129-84C94453F8A1}" dt="2025-11-20T11:51:32.064" v="37" actId="47"/>
        <pc:sldMkLst>
          <pc:docMk/>
          <pc:sldMk cId="0" sldId="258"/>
        </pc:sldMkLst>
      </pc:sldChg>
      <pc:sldChg chg="del">
        <pc:chgData name="Mátay-Csepeli Gábor András" userId="c85659c7-1923-47e2-a3c3-5e28a20c862b" providerId="ADAL" clId="{AA93E581-03BE-44F9-8129-84C94453F8A1}" dt="2025-11-20T11:51:32.842" v="38" actId="47"/>
        <pc:sldMkLst>
          <pc:docMk/>
          <pc:sldMk cId="0" sldId="259"/>
        </pc:sldMkLst>
      </pc:sldChg>
      <pc:sldChg chg="del">
        <pc:chgData name="Mátay-Csepeli Gábor András" userId="c85659c7-1923-47e2-a3c3-5e28a20c862b" providerId="ADAL" clId="{AA93E581-03BE-44F9-8129-84C94453F8A1}" dt="2025-11-20T11:51:34.496" v="39" actId="47"/>
        <pc:sldMkLst>
          <pc:docMk/>
          <pc:sldMk cId="0" sldId="260"/>
        </pc:sldMkLst>
      </pc:sldChg>
      <pc:sldChg chg="modSp">
        <pc:chgData name="Mátay-Csepeli Gábor András" userId="c85659c7-1923-47e2-a3c3-5e28a20c862b" providerId="ADAL" clId="{AA93E581-03BE-44F9-8129-84C94453F8A1}" dt="2025-11-20T11:40:20.682" v="2" actId="1076"/>
        <pc:sldMkLst>
          <pc:docMk/>
          <pc:sldMk cId="2190188069" sldId="263"/>
        </pc:sldMkLst>
        <pc:picChg chg="mod">
          <ac:chgData name="Mátay-Csepeli Gábor András" userId="c85659c7-1923-47e2-a3c3-5e28a20c862b" providerId="ADAL" clId="{AA93E581-03BE-44F9-8129-84C94453F8A1}" dt="2025-11-20T11:40:20.682" v="2" actId="1076"/>
          <ac:picMkLst>
            <pc:docMk/>
            <pc:sldMk cId="2190188069" sldId="263"/>
            <ac:picMk id="1030" creationId="{075422C3-8D0F-B675-212F-4F11FC383980}"/>
          </ac:picMkLst>
        </pc:picChg>
      </pc:sldChg>
      <pc:sldChg chg="addSp delSp modSp new mod">
        <pc:chgData name="Mátay-Csepeli Gábor András" userId="c85659c7-1923-47e2-a3c3-5e28a20c862b" providerId="ADAL" clId="{AA93E581-03BE-44F9-8129-84C94453F8A1}" dt="2025-11-20T12:02:44.661" v="54" actId="14100"/>
        <pc:sldMkLst>
          <pc:docMk/>
          <pc:sldMk cId="2118163465" sldId="264"/>
        </pc:sldMkLst>
        <pc:spChg chg="mod">
          <ac:chgData name="Mátay-Csepeli Gábor András" userId="c85659c7-1923-47e2-a3c3-5e28a20c862b" providerId="ADAL" clId="{AA93E581-03BE-44F9-8129-84C94453F8A1}" dt="2025-11-20T11:51:10.210" v="36" actId="20577"/>
          <ac:spMkLst>
            <pc:docMk/>
            <pc:sldMk cId="2118163465" sldId="264"/>
            <ac:spMk id="2" creationId="{6F96E0EB-D3DC-408A-6984-AE0BB11705F7}"/>
          </ac:spMkLst>
        </pc:spChg>
        <pc:spChg chg="del">
          <ac:chgData name="Mátay-Csepeli Gábor András" userId="c85659c7-1923-47e2-a3c3-5e28a20c862b" providerId="ADAL" clId="{AA93E581-03BE-44F9-8129-84C94453F8A1}" dt="2025-11-20T12:00:24.129" v="40" actId="478"/>
          <ac:spMkLst>
            <pc:docMk/>
            <pc:sldMk cId="2118163465" sldId="264"/>
            <ac:spMk id="3" creationId="{CD2F9CAF-8BC0-CEC3-E1E5-EFAD85BB10F1}"/>
          </ac:spMkLst>
        </pc:spChg>
        <pc:spChg chg="add mod">
          <ac:chgData name="Mátay-Csepeli Gábor András" userId="c85659c7-1923-47e2-a3c3-5e28a20c862b" providerId="ADAL" clId="{AA93E581-03BE-44F9-8129-84C94453F8A1}" dt="2025-11-20T12:02:27.709" v="50" actId="207"/>
          <ac:spMkLst>
            <pc:docMk/>
            <pc:sldMk cId="2118163465" sldId="264"/>
            <ac:spMk id="8" creationId="{1D3C1D4C-B2E6-CA9E-D12B-4411B11A42FB}"/>
          </ac:spMkLst>
        </pc:spChg>
        <pc:spChg chg="add mod">
          <ac:chgData name="Mátay-Csepeli Gábor András" userId="c85659c7-1923-47e2-a3c3-5e28a20c862b" providerId="ADAL" clId="{AA93E581-03BE-44F9-8129-84C94453F8A1}" dt="2025-11-20T12:02:44.661" v="54" actId="14100"/>
          <ac:spMkLst>
            <pc:docMk/>
            <pc:sldMk cId="2118163465" sldId="264"/>
            <ac:spMk id="9" creationId="{428E13C9-3171-3135-6DCE-A32DC01922D5}"/>
          </ac:spMkLst>
        </pc:spChg>
        <pc:picChg chg="add mod">
          <ac:chgData name="Mátay-Csepeli Gábor András" userId="c85659c7-1923-47e2-a3c3-5e28a20c862b" providerId="ADAL" clId="{AA93E581-03BE-44F9-8129-84C94453F8A1}" dt="2025-11-20T12:00:58.464" v="46" actId="1076"/>
          <ac:picMkLst>
            <pc:docMk/>
            <pc:sldMk cId="2118163465" sldId="264"/>
            <ac:picMk id="5" creationId="{C7D5DCB2-4A5F-36F4-7ED4-5A035A113129}"/>
          </ac:picMkLst>
        </pc:picChg>
        <pc:picChg chg="add mod">
          <ac:chgData name="Mátay-Csepeli Gábor András" userId="c85659c7-1923-47e2-a3c3-5e28a20c862b" providerId="ADAL" clId="{AA93E581-03BE-44F9-8129-84C94453F8A1}" dt="2025-11-20T12:01:00.136" v="47" actId="1076"/>
          <ac:picMkLst>
            <pc:docMk/>
            <pc:sldMk cId="2118163465" sldId="264"/>
            <ac:picMk id="7" creationId="{625E54BC-D28B-E60B-2D1F-5493D579EDB3}"/>
          </ac:picMkLst>
        </pc:picChg>
      </pc:sldChg>
      <pc:sldChg chg="addSp delSp modSp add mod">
        <pc:chgData name="Mátay-Csepeli Gábor András" userId="c85659c7-1923-47e2-a3c3-5e28a20c862b" providerId="ADAL" clId="{AA93E581-03BE-44F9-8129-84C94453F8A1}" dt="2025-11-20T11:51:00.907" v="11" actId="1076"/>
        <pc:sldMkLst>
          <pc:docMk/>
          <pc:sldMk cId="3284963234" sldId="265"/>
        </pc:sldMkLst>
        <pc:spChg chg="del">
          <ac:chgData name="Mátay-Csepeli Gábor András" userId="c85659c7-1923-47e2-a3c3-5e28a20c862b" providerId="ADAL" clId="{AA93E581-03BE-44F9-8129-84C94453F8A1}" dt="2025-11-20T11:50:52.688" v="6" actId="478"/>
          <ac:spMkLst>
            <pc:docMk/>
            <pc:sldMk cId="3284963234" sldId="265"/>
            <ac:spMk id="3" creationId="{BCC02093-BB20-C06F-CD3E-C9C9FF29493E}"/>
          </ac:spMkLst>
        </pc:spChg>
        <pc:spChg chg="add del mod">
          <ac:chgData name="Mátay-Csepeli Gábor András" userId="c85659c7-1923-47e2-a3c3-5e28a20c862b" providerId="ADAL" clId="{AA93E581-03BE-44F9-8129-84C94453F8A1}" dt="2025-11-20T11:50:55.178" v="8" actId="478"/>
          <ac:spMkLst>
            <pc:docMk/>
            <pc:sldMk cId="3284963234" sldId="265"/>
            <ac:spMk id="4" creationId="{9545A085-F8CB-B4C0-E28F-6DE3AB8CCADC}"/>
          </ac:spMkLst>
        </pc:spChg>
        <pc:picChg chg="add mod">
          <ac:chgData name="Mátay-Csepeli Gábor András" userId="c85659c7-1923-47e2-a3c3-5e28a20c862b" providerId="ADAL" clId="{AA93E581-03BE-44F9-8129-84C94453F8A1}" dt="2025-11-20T11:51:00.907" v="11" actId="1076"/>
          <ac:picMkLst>
            <pc:docMk/>
            <pc:sldMk cId="3284963234" sldId="265"/>
            <ac:picMk id="6" creationId="{8F0D9A10-CF34-2780-D00C-206041C03D9D}"/>
          </ac:picMkLst>
        </pc:picChg>
        <pc:picChg chg="del">
          <ac:chgData name="Mátay-Csepeli Gábor András" userId="c85659c7-1923-47e2-a3c3-5e28a20c862b" providerId="ADAL" clId="{AA93E581-03BE-44F9-8129-84C94453F8A1}" dt="2025-11-20T11:50:53.800" v="7" actId="478"/>
          <ac:picMkLst>
            <pc:docMk/>
            <pc:sldMk cId="3284963234" sldId="265"/>
            <ac:picMk id="1026" creationId="{5336DE15-EC1F-D829-60A3-B2CEB6ED6297}"/>
          </ac:picMkLst>
        </pc:picChg>
        <pc:picChg chg="del">
          <ac:chgData name="Mátay-Csepeli Gábor András" userId="c85659c7-1923-47e2-a3c3-5e28a20c862b" providerId="ADAL" clId="{AA93E581-03BE-44F9-8129-84C94453F8A1}" dt="2025-11-20T11:50:52.688" v="6" actId="478"/>
          <ac:picMkLst>
            <pc:docMk/>
            <pc:sldMk cId="3284963234" sldId="265"/>
            <ac:picMk id="1028" creationId="{0B62EBC9-B592-66CC-B752-A064692C1AB5}"/>
          </ac:picMkLst>
        </pc:picChg>
        <pc:picChg chg="del">
          <ac:chgData name="Mátay-Csepeli Gábor András" userId="c85659c7-1923-47e2-a3c3-5e28a20c862b" providerId="ADAL" clId="{AA93E581-03BE-44F9-8129-84C94453F8A1}" dt="2025-11-20T11:50:52.688" v="6" actId="478"/>
          <ac:picMkLst>
            <pc:docMk/>
            <pc:sldMk cId="3284963234" sldId="265"/>
            <ac:picMk id="1030" creationId="{4432551E-2290-55BE-8F71-C6CB6C6AB191}"/>
          </ac:picMkLst>
        </pc:picChg>
      </pc:sldChg>
      <pc:sldMasterChg chg="delSldLayout">
        <pc:chgData name="Mátay-Csepeli Gábor András" userId="c85659c7-1923-47e2-a3c3-5e28a20c862b" providerId="ADAL" clId="{AA93E581-03BE-44F9-8129-84C94453F8A1}" dt="2025-11-20T11:51:34.496" v="39" actId="47"/>
        <pc:sldMasterMkLst>
          <pc:docMk/>
          <pc:sldMasterMk cId="0" sldId="2147483661"/>
        </pc:sldMasterMkLst>
        <pc:sldLayoutChg chg="del">
          <pc:chgData name="Mátay-Csepeli Gábor András" userId="c85659c7-1923-47e2-a3c3-5e28a20c862b" providerId="ADAL" clId="{AA93E581-03BE-44F9-8129-84C94453F8A1}" dt="2025-11-20T11:51:34.496" v="39" actId="47"/>
          <pc:sldLayoutMkLst>
            <pc:docMk/>
            <pc:sldMasterMk cId="0" sldId="2147483661"/>
            <pc:sldLayoutMk cId="0" sldId="21474836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">
  <p:cSld name="CUSTOM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3"/>
          <p:cNvGrpSpPr/>
          <p:nvPr/>
        </p:nvGrpSpPr>
        <p:grpSpPr>
          <a:xfrm>
            <a:off x="4332088" y="2932605"/>
            <a:ext cx="1988291" cy="4275971"/>
            <a:chOff x="298" y="-7187"/>
            <a:chExt cx="2651054" cy="5701294"/>
          </a:xfrm>
        </p:grpSpPr>
        <p:sp>
          <p:nvSpPr>
            <p:cNvPr id="82" name="Google Shape;82;p13"/>
            <p:cNvSpPr/>
            <p:nvPr/>
          </p:nvSpPr>
          <p:spPr>
            <a:xfrm rot="10800000">
              <a:off x="298" y="719"/>
              <a:ext cx="2339456" cy="5664537"/>
            </a:xfrm>
            <a:custGeom>
              <a:avLst/>
              <a:gdLst/>
              <a:ahLst/>
              <a:cxnLst/>
              <a:rect l="l" t="t" r="r" b="b"/>
              <a:pathLst>
                <a:path w="628886" h="1522725" extrusionOk="0">
                  <a:moveTo>
                    <a:pt x="0" y="0"/>
                  </a:moveTo>
                  <a:lnTo>
                    <a:pt x="628886" y="0"/>
                  </a:lnTo>
                  <a:lnTo>
                    <a:pt x="628886" y="1522725"/>
                  </a:lnTo>
                  <a:lnTo>
                    <a:pt x="0" y="1522725"/>
                  </a:lnTo>
                  <a:close/>
                </a:path>
              </a:pathLst>
            </a:custGeom>
            <a:gradFill>
              <a:gsLst>
                <a:gs pos="0">
                  <a:srgbClr val="2E2B29"/>
                </a:gs>
                <a:gs pos="100000">
                  <a:srgbClr val="2E2B2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grpSp>
          <p:nvGrpSpPr>
            <p:cNvPr id="83" name="Google Shape;83;p13"/>
            <p:cNvGrpSpPr/>
            <p:nvPr/>
          </p:nvGrpSpPr>
          <p:grpSpPr>
            <a:xfrm>
              <a:off x="311582" y="-7187"/>
              <a:ext cx="2339770" cy="5701294"/>
              <a:chOff x="0" y="-9525"/>
              <a:chExt cx="628886" cy="1532400"/>
            </a:xfrm>
          </p:grpSpPr>
          <p:sp>
            <p:nvSpPr>
              <p:cNvPr id="84" name="Google Shape;84;p13"/>
              <p:cNvSpPr/>
              <p:nvPr/>
            </p:nvSpPr>
            <p:spPr>
              <a:xfrm>
                <a:off x="0" y="0"/>
                <a:ext cx="628886" cy="1522725"/>
              </a:xfrm>
              <a:custGeom>
                <a:avLst/>
                <a:gdLst/>
                <a:ahLst/>
                <a:cxnLst/>
                <a:rect l="l" t="t" r="r" b="b"/>
                <a:pathLst>
                  <a:path w="628886" h="1522725" extrusionOk="0">
                    <a:moveTo>
                      <a:pt x="0" y="0"/>
                    </a:moveTo>
                    <a:lnTo>
                      <a:pt x="628886" y="0"/>
                    </a:lnTo>
                    <a:lnTo>
                      <a:pt x="628886" y="1522725"/>
                    </a:lnTo>
                    <a:lnTo>
                      <a:pt x="0" y="1522725"/>
                    </a:lnTo>
                    <a:close/>
                  </a:path>
                </a:pathLst>
              </a:custGeom>
              <a:gradFill>
                <a:gsLst>
                  <a:gs pos="0">
                    <a:srgbClr val="2E2B29"/>
                  </a:gs>
                  <a:gs pos="100000">
                    <a:srgbClr val="2E2B29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85" name="Google Shape;85;p13"/>
              <p:cNvSpPr txBox="1"/>
              <p:nvPr/>
            </p:nvSpPr>
            <p:spPr>
              <a:xfrm>
                <a:off x="0" y="-9525"/>
                <a:ext cx="628800" cy="153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13"/>
          <p:cNvSpPr/>
          <p:nvPr/>
        </p:nvSpPr>
        <p:spPr>
          <a:xfrm>
            <a:off x="-55375" y="1"/>
            <a:ext cx="10852255" cy="2939776"/>
          </a:xfrm>
          <a:custGeom>
            <a:avLst/>
            <a:gdLst/>
            <a:ahLst/>
            <a:cxnLst/>
            <a:rect l="l" t="t" r="r" b="b"/>
            <a:pathLst>
              <a:path w="3889697" h="1285148" extrusionOk="0">
                <a:moveTo>
                  <a:pt x="0" y="0"/>
                </a:moveTo>
                <a:lnTo>
                  <a:pt x="3889697" y="0"/>
                </a:lnTo>
                <a:lnTo>
                  <a:pt x="3889697" y="1285148"/>
                </a:lnTo>
                <a:lnTo>
                  <a:pt x="0" y="1285148"/>
                </a:lnTo>
                <a:close/>
              </a:path>
            </a:pathLst>
          </a:custGeom>
          <a:solidFill>
            <a:srgbClr val="221F1F"/>
          </a:solid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4468592" y="2801782"/>
            <a:ext cx="1754592" cy="4535842"/>
          </a:xfrm>
          <a:custGeom>
            <a:avLst/>
            <a:gdLst/>
            <a:ahLst/>
            <a:cxnLst/>
            <a:rect l="l" t="t" r="r" b="b"/>
            <a:pathLst>
              <a:path w="628886" h="1625750" extrusionOk="0">
                <a:moveTo>
                  <a:pt x="0" y="0"/>
                </a:moveTo>
                <a:lnTo>
                  <a:pt x="628886" y="0"/>
                </a:lnTo>
                <a:lnTo>
                  <a:pt x="628886" y="1625750"/>
                </a:lnTo>
                <a:lnTo>
                  <a:pt x="0" y="1625750"/>
                </a:lnTo>
                <a:close/>
              </a:path>
            </a:pathLst>
          </a:custGeom>
          <a:solidFill>
            <a:srgbClr val="EBE8E5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">
  <p:cSld name="CUSTOM_1">
    <p:bg>
      <p:bgPr>
        <a:solidFill>
          <a:schemeClr val="accent6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4"/>
          <p:cNvGraphicFramePr/>
          <p:nvPr/>
        </p:nvGraphicFramePr>
        <p:xfrm>
          <a:off x="5758005" y="2833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{0DB4605A-B4DE-40C1-808C-5EFEC11BBA63}</a:tableStyleId>
              </a:tblPr>
              <a:tblGrid>
                <a:gridCol w="4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2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0" name="Google Shape;90;p14"/>
          <p:cNvGrpSpPr/>
          <p:nvPr/>
        </p:nvGrpSpPr>
        <p:grpSpPr>
          <a:xfrm>
            <a:off x="4331852" y="2030651"/>
            <a:ext cx="1988527" cy="5667520"/>
            <a:chOff x="-16" y="-537"/>
            <a:chExt cx="2651369" cy="7556694"/>
          </a:xfrm>
        </p:grpSpPr>
        <p:grpSp>
          <p:nvGrpSpPr>
            <p:cNvPr id="91" name="Google Shape;91;p14"/>
            <p:cNvGrpSpPr/>
            <p:nvPr/>
          </p:nvGrpSpPr>
          <p:grpSpPr>
            <a:xfrm rot="10800000">
              <a:off x="-16" y="-537"/>
              <a:ext cx="2339770" cy="7554103"/>
              <a:chOff x="0" y="-9525"/>
              <a:chExt cx="628886" cy="2030400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0" y="0"/>
                <a:ext cx="628886" cy="2020745"/>
              </a:xfrm>
              <a:custGeom>
                <a:avLst/>
                <a:gdLst/>
                <a:ahLst/>
                <a:cxnLst/>
                <a:rect l="l" t="t" r="r" b="b"/>
                <a:pathLst>
                  <a:path w="628886" h="2020745" extrusionOk="0">
                    <a:moveTo>
                      <a:pt x="0" y="0"/>
                    </a:moveTo>
                    <a:lnTo>
                      <a:pt x="628886" y="0"/>
                    </a:lnTo>
                    <a:lnTo>
                      <a:pt x="628886" y="2020745"/>
                    </a:lnTo>
                    <a:lnTo>
                      <a:pt x="0" y="2020745"/>
                    </a:lnTo>
                    <a:close/>
                  </a:path>
                </a:pathLst>
              </a:custGeom>
              <a:gradFill>
                <a:gsLst>
                  <a:gs pos="0">
                    <a:srgbClr val="2E2B29"/>
                  </a:gs>
                  <a:gs pos="100000">
                    <a:srgbClr val="2E2B29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93" name="Google Shape;93;p14"/>
              <p:cNvSpPr txBox="1"/>
              <p:nvPr/>
            </p:nvSpPr>
            <p:spPr>
              <a:xfrm>
                <a:off x="0" y="-9525"/>
                <a:ext cx="628800" cy="20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14"/>
            <p:cNvGrpSpPr/>
            <p:nvPr/>
          </p:nvGrpSpPr>
          <p:grpSpPr>
            <a:xfrm>
              <a:off x="311582" y="2053"/>
              <a:ext cx="2339770" cy="7554103"/>
              <a:chOff x="0" y="-9525"/>
              <a:chExt cx="628886" cy="20304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0" y="0"/>
                <a:ext cx="628886" cy="2020745"/>
              </a:xfrm>
              <a:custGeom>
                <a:avLst/>
                <a:gdLst/>
                <a:ahLst/>
                <a:cxnLst/>
                <a:rect l="l" t="t" r="r" b="b"/>
                <a:pathLst>
                  <a:path w="628886" h="2020745" extrusionOk="0">
                    <a:moveTo>
                      <a:pt x="0" y="0"/>
                    </a:moveTo>
                    <a:lnTo>
                      <a:pt x="628886" y="0"/>
                    </a:lnTo>
                    <a:lnTo>
                      <a:pt x="628886" y="2020745"/>
                    </a:lnTo>
                    <a:lnTo>
                      <a:pt x="0" y="2020745"/>
                    </a:lnTo>
                    <a:close/>
                  </a:path>
                </a:pathLst>
              </a:custGeom>
              <a:gradFill>
                <a:gsLst>
                  <a:gs pos="0">
                    <a:srgbClr val="2E2B29"/>
                  </a:gs>
                  <a:gs pos="100000">
                    <a:srgbClr val="2E2B29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96" name="Google Shape;96;p14"/>
              <p:cNvSpPr txBox="1"/>
              <p:nvPr/>
            </p:nvSpPr>
            <p:spPr>
              <a:xfrm>
                <a:off x="0" y="-9525"/>
                <a:ext cx="628800" cy="20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6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97" name="Google Shape;97;p14"/>
          <p:cNvGraphicFramePr/>
          <p:nvPr/>
        </p:nvGraphicFramePr>
        <p:xfrm>
          <a:off x="320606" y="2833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{0DB4605A-B4DE-40C1-808C-5EFEC11BBA63}</a:tableStyleId>
              </a:tblPr>
              <a:tblGrid>
                <a:gridCol w="4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4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2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28025" marR="128025" marT="128025" marB="128025" anchor="ctr">
                    <a:lnL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EBE8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8" name="Google Shape;98;p14"/>
          <p:cNvGrpSpPr/>
          <p:nvPr/>
        </p:nvGrpSpPr>
        <p:grpSpPr>
          <a:xfrm>
            <a:off x="2517862" y="1996051"/>
            <a:ext cx="1981016" cy="532805"/>
            <a:chOff x="0" y="-19050"/>
            <a:chExt cx="1391456" cy="374240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1391456" cy="355190"/>
            </a:xfrm>
            <a:custGeom>
              <a:avLst/>
              <a:gdLst/>
              <a:ahLst/>
              <a:cxnLst/>
              <a:rect l="l" t="t" r="r" b="b"/>
              <a:pathLst>
                <a:path w="1391456" h="355190" extrusionOk="0">
                  <a:moveTo>
                    <a:pt x="0" y="0"/>
                  </a:moveTo>
                  <a:lnTo>
                    <a:pt x="1391456" y="0"/>
                  </a:lnTo>
                  <a:lnTo>
                    <a:pt x="1391456" y="355190"/>
                  </a:lnTo>
                  <a:lnTo>
                    <a:pt x="0" y="355190"/>
                  </a:lnTo>
                  <a:close/>
                </a:path>
              </a:pathLst>
            </a:custGeom>
            <a:solidFill>
              <a:srgbClr val="2E2B29"/>
            </a:solidFill>
            <a:ln>
              <a:noFill/>
            </a:ln>
          </p:spPr>
        </p:sp>
        <p:sp>
          <p:nvSpPr>
            <p:cNvPr id="100" name="Google Shape;100;p14"/>
            <p:cNvSpPr txBox="1"/>
            <p:nvPr/>
          </p:nvSpPr>
          <p:spPr>
            <a:xfrm>
              <a:off x="0" y="-19050"/>
              <a:ext cx="1391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2283016" y="1958147"/>
            <a:ext cx="635772" cy="635772"/>
            <a:chOff x="0" y="0"/>
            <a:chExt cx="812800" cy="812800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175" tIns="34175" rIns="34175" bIns="34175" anchor="ctr" anchorCtr="0">
              <a:noAutofit/>
            </a:bodyPr>
            <a:lstStyle/>
            <a:p>
              <a:pPr marL="0" marR="0" lvl="0" indent="0" algn="ctr" rtl="0">
                <a:lnSpc>
                  <a:spcPct val="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2355923" y="2031054"/>
            <a:ext cx="489956" cy="489956"/>
            <a:chOff x="0" y="0"/>
            <a:chExt cx="812800" cy="81280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F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175" tIns="34175" rIns="34175" bIns="34175" anchor="ctr" anchorCtr="0">
              <a:noAutofit/>
            </a:bodyPr>
            <a:lstStyle/>
            <a:p>
              <a:pPr marL="0" marR="0" lvl="0" indent="0" algn="ctr" rtl="0">
                <a:lnSpc>
                  <a:spcPct val="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>
            <a:off x="4468592" y="2023172"/>
            <a:ext cx="1754592" cy="5637879"/>
          </a:xfrm>
          <a:custGeom>
            <a:avLst/>
            <a:gdLst/>
            <a:ahLst/>
            <a:cxnLst/>
            <a:rect l="l" t="t" r="r" b="b"/>
            <a:pathLst>
              <a:path w="628886" h="2020745" extrusionOk="0">
                <a:moveTo>
                  <a:pt x="0" y="0"/>
                </a:moveTo>
                <a:lnTo>
                  <a:pt x="628886" y="0"/>
                </a:lnTo>
                <a:lnTo>
                  <a:pt x="628886" y="2020745"/>
                </a:lnTo>
                <a:lnTo>
                  <a:pt x="0" y="2020745"/>
                </a:lnTo>
                <a:close/>
              </a:path>
            </a:pathLst>
          </a:custGeom>
          <a:solidFill>
            <a:srgbClr val="EBE8E5"/>
          </a:solid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10800000">
            <a:off x="6222254" y="2023598"/>
            <a:ext cx="1979346" cy="505258"/>
          </a:xfrm>
          <a:custGeom>
            <a:avLst/>
            <a:gdLst/>
            <a:ahLst/>
            <a:cxnLst/>
            <a:rect l="l" t="t" r="r" b="b"/>
            <a:pathLst>
              <a:path w="1391456" h="355190" extrusionOk="0">
                <a:moveTo>
                  <a:pt x="0" y="0"/>
                </a:moveTo>
                <a:lnTo>
                  <a:pt x="1391456" y="0"/>
                </a:lnTo>
                <a:lnTo>
                  <a:pt x="1391456" y="355190"/>
                </a:lnTo>
                <a:lnTo>
                  <a:pt x="0" y="355190"/>
                </a:lnTo>
                <a:close/>
              </a:path>
            </a:pathLst>
          </a:custGeom>
          <a:solidFill>
            <a:srgbClr val="2E2B29"/>
          </a:solidFill>
          <a:ln>
            <a:noFill/>
          </a:ln>
        </p:spPr>
      </p:sp>
      <p:grpSp>
        <p:nvGrpSpPr>
          <p:cNvPr id="109" name="Google Shape;109;p14"/>
          <p:cNvGrpSpPr/>
          <p:nvPr/>
        </p:nvGrpSpPr>
        <p:grpSpPr>
          <a:xfrm rot="10800000">
            <a:off x="7800674" y="1958110"/>
            <a:ext cx="635772" cy="635772"/>
            <a:chOff x="0" y="0"/>
            <a:chExt cx="812800" cy="812800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175" tIns="34175" rIns="34175" bIns="34175" anchor="ctr" anchorCtr="0">
              <a:noAutofit/>
            </a:bodyPr>
            <a:lstStyle/>
            <a:p>
              <a:pPr marL="0" marR="0" lvl="0" indent="0" algn="ctr" rtl="0">
                <a:lnSpc>
                  <a:spcPct val="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 rot="10800000">
            <a:off x="7873583" y="2031019"/>
            <a:ext cx="489956" cy="489956"/>
            <a:chOff x="0" y="0"/>
            <a:chExt cx="812800" cy="812800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F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175" tIns="34175" rIns="34175" bIns="34175" anchor="ctr" anchorCtr="0">
              <a:noAutofit/>
            </a:bodyPr>
            <a:lstStyle/>
            <a:p>
              <a:pPr marL="0" marR="0" lvl="0" indent="0" algn="ctr" rtl="0">
                <a:lnSpc>
                  <a:spcPct val="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erif 4"/>
              <a:buChar char="•"/>
              <a:defRPr sz="32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erif 4"/>
              <a:buChar char="–"/>
              <a:defRPr sz="2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erif 4"/>
              <a:buChar char="•"/>
              <a:defRPr sz="24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–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»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•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•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•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erif 4"/>
              <a:buChar char="•"/>
              <a:defRPr sz="20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Source Serif 4"/>
              <a:buNone/>
              <a:defRPr sz="1800" i="0" u="none" strike="noStrike" cap="non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C55A-9806-A0F8-B6EC-05A5D7B95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8" y="1888776"/>
            <a:ext cx="7771144" cy="147002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Large-Scale Data Architectures </a:t>
            </a:r>
            <a:br>
              <a:rPr lang="en-US" noProof="0" dirty="0"/>
            </a:br>
            <a:r>
              <a:rPr lang="en-US" noProof="0" dirty="0"/>
              <a:t>project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27451-FD79-B8E9-81C3-4AEA62923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6300" y="3778250"/>
            <a:ext cx="6400800" cy="1752600"/>
          </a:xfrm>
        </p:spPr>
        <p:txBody>
          <a:bodyPr/>
          <a:lstStyle/>
          <a:p>
            <a:r>
              <a:rPr lang="hu-HU" noProof="0" dirty="0"/>
              <a:t>Gábor András Mátay-Csepeli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4836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31A82-3B53-8E66-F1E2-D0993D78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06" y="287337"/>
            <a:ext cx="9681587" cy="1143000"/>
          </a:xfrm>
        </p:spPr>
        <p:txBody>
          <a:bodyPr/>
          <a:lstStyle/>
          <a:p>
            <a:r>
              <a:rPr lang="en-US" noProof="0" dirty="0"/>
              <a:t>Business Case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9C51C-E18C-C387-C1BE-C4CA93452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274" y="1630345"/>
            <a:ext cx="9730293" cy="4525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noProof="0" dirty="0"/>
              <a:t>Betting site: offers for Formula 1 fans</a:t>
            </a:r>
          </a:p>
          <a:p>
            <a:r>
              <a:rPr lang="en-US" sz="2800" noProof="0" dirty="0"/>
              <a:t>Managers: increase live-time bets (during races)</a:t>
            </a:r>
          </a:p>
          <a:p>
            <a:r>
              <a:rPr lang="en-US" sz="2800" noProof="0" dirty="0"/>
              <a:t>Understand race data more efficiently</a:t>
            </a:r>
          </a:p>
          <a:p>
            <a:r>
              <a:rPr lang="en-US" sz="2800" noProof="0" dirty="0" err="1"/>
              <a:t>Analyse</a:t>
            </a:r>
            <a:r>
              <a:rPr lang="en-US" sz="2800" noProof="0" dirty="0"/>
              <a:t> historical data </a:t>
            </a:r>
            <a:r>
              <a:rPr lang="en-US" sz="2800" noProof="0" dirty="0">
                <a:sym typeface="Wingdings" panose="05000000000000000000" pitchFamily="2" charset="2"/>
              </a:rPr>
              <a:t> change odds closer to real probabilities</a:t>
            </a:r>
          </a:p>
          <a:p>
            <a:endParaRPr lang="en-US" sz="2800" noProof="0" dirty="0"/>
          </a:p>
        </p:txBody>
      </p:sp>
      <p:pic>
        <p:nvPicPr>
          <p:cNvPr id="1028" name="Picture 4" descr="What is Business - Definition of Business - Stockarea">
            <a:extLst>
              <a:ext uri="{FF2B5EF4-FFF2-40B4-BE49-F238E27FC236}">
                <a16:creationId xmlns:a16="http://schemas.microsoft.com/office/drawing/2014/main" id="{F3A3282C-7FEE-6BA9-38C4-932E3A1E6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729" y="3973075"/>
            <a:ext cx="4943764" cy="329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86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6F28-CB3C-2931-1309-6A21BEDDA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5" y="287337"/>
            <a:ext cx="9731829" cy="1143000"/>
          </a:xfrm>
        </p:spPr>
        <p:txBody>
          <a:bodyPr/>
          <a:lstStyle/>
          <a:p>
            <a:r>
              <a:rPr lang="hu-HU" dirty="0"/>
              <a:t>Data </a:t>
            </a:r>
            <a:r>
              <a:rPr lang="hu-HU" dirty="0" err="1"/>
              <a:t>pipeline</a:t>
            </a:r>
            <a:endParaRPr lang="hu-H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EF2EF-D55E-5F5D-64F9-4071703D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991001" cy="5668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u-HU" sz="2800" dirty="0"/>
              <a:t>FastF1</a:t>
            </a:r>
            <a:r>
              <a:rPr lang="en-US" sz="2800" dirty="0"/>
              <a:t>:</a:t>
            </a:r>
          </a:p>
          <a:p>
            <a:r>
              <a:rPr lang="en-US" sz="2800" dirty="0"/>
              <a:t>Telemetry data of cars</a:t>
            </a:r>
          </a:p>
          <a:p>
            <a:r>
              <a:rPr lang="en-US" sz="2800" dirty="0"/>
              <a:t>Laps times</a:t>
            </a:r>
          </a:p>
          <a:p>
            <a:r>
              <a:rPr lang="en-US" sz="2800" dirty="0" err="1"/>
              <a:t>Tyre</a:t>
            </a:r>
            <a:r>
              <a:rPr lang="en-US" sz="2800" dirty="0"/>
              <a:t> status</a:t>
            </a:r>
          </a:p>
          <a:p>
            <a:pPr marL="114300" indent="0">
              <a:buNone/>
            </a:pPr>
            <a:r>
              <a:rPr lang="en-US" sz="2800" dirty="0" err="1"/>
              <a:t>OpenWeather</a:t>
            </a:r>
            <a:r>
              <a:rPr lang="en-US" sz="2800" dirty="0"/>
              <a:t>:</a:t>
            </a:r>
          </a:p>
          <a:p>
            <a:r>
              <a:rPr lang="en-US" sz="2800" dirty="0"/>
              <a:t>Live weather data</a:t>
            </a:r>
          </a:p>
          <a:p>
            <a:pPr lvl="1"/>
            <a:r>
              <a:rPr lang="en-US" sz="2400" dirty="0"/>
              <a:t>Temperature</a:t>
            </a:r>
          </a:p>
          <a:p>
            <a:pPr lvl="1"/>
            <a:r>
              <a:rPr lang="en-US" sz="2400" dirty="0"/>
              <a:t>Rain</a:t>
            </a:r>
          </a:p>
          <a:p>
            <a:pPr lvl="1"/>
            <a:r>
              <a:rPr lang="en-US" sz="2400" dirty="0"/>
              <a:t>Humidity</a:t>
            </a:r>
          </a:p>
          <a:p>
            <a:pPr marL="114300" indent="0">
              <a:buNone/>
            </a:pPr>
            <a:r>
              <a:rPr lang="en-US" sz="2800" dirty="0"/>
              <a:t>Reddit: social media activities during the race</a:t>
            </a:r>
          </a:p>
          <a:p>
            <a:endParaRPr lang="en-US" sz="2800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6EED45CE-B917-C90C-2643-E2238A0BE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48" y="1141413"/>
            <a:ext cx="2740827" cy="274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get the weather from the OpenWeatherMap API on sockets alone ...">
            <a:extLst>
              <a:ext uri="{FF2B5EF4-FFF2-40B4-BE49-F238E27FC236}">
                <a16:creationId xmlns:a16="http://schemas.microsoft.com/office/drawing/2014/main" id="{07D24D7F-5343-4685-E783-EFCCA41F0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924" y="3725681"/>
            <a:ext cx="3850473" cy="20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ddit logo png, reddit icon transparent png 18930474 PNG">
            <a:extLst>
              <a:ext uri="{FF2B5EF4-FFF2-40B4-BE49-F238E27FC236}">
                <a16:creationId xmlns:a16="http://schemas.microsoft.com/office/drawing/2014/main" id="{075422C3-8D0F-B675-212F-4F11FC383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2" t="17155" r="17434" b="17421"/>
          <a:stretch>
            <a:fillRect/>
          </a:stretch>
        </p:blipFill>
        <p:spPr bwMode="auto">
          <a:xfrm>
            <a:off x="7977339" y="5717236"/>
            <a:ext cx="1581642" cy="158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18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112A-8E00-374B-0052-63984F9A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3842-6207-6FC2-60D0-1DA556B6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5" y="287337"/>
            <a:ext cx="9731829" cy="1143000"/>
          </a:xfrm>
        </p:spPr>
        <p:txBody>
          <a:bodyPr/>
          <a:lstStyle/>
          <a:p>
            <a:r>
              <a:rPr lang="hu-HU" dirty="0"/>
              <a:t>Data </a:t>
            </a:r>
            <a:r>
              <a:rPr lang="hu-HU" dirty="0" err="1"/>
              <a:t>pipeline</a:t>
            </a:r>
            <a:endParaRPr lang="hu-H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0D9A10-CF34-2780-D00C-206041C03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066" y="1840916"/>
            <a:ext cx="6501268" cy="478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6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E0EB-D3DC-408A-6984-AE0BB117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10" y="287337"/>
            <a:ext cx="9721780" cy="1143000"/>
          </a:xfrm>
        </p:spPr>
        <p:txBody>
          <a:bodyPr/>
          <a:lstStyle/>
          <a:p>
            <a:r>
              <a:rPr lang="en-US" dirty="0"/>
              <a:t>Cost estimation</a:t>
            </a: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5DCB2-4A5F-36F4-7ED4-5A035A11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34" y="1568076"/>
            <a:ext cx="9716856" cy="313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E54BC-D28B-E60B-2D1F-5493D579E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986" y="5469239"/>
            <a:ext cx="5039428" cy="10383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3C1D4C-B2E6-CA9E-D12B-4411B11A42FB}"/>
              </a:ext>
            </a:extLst>
          </p:cNvPr>
          <p:cNvSpPr/>
          <p:nvPr/>
        </p:nvSpPr>
        <p:spPr>
          <a:xfrm>
            <a:off x="6340510" y="5469239"/>
            <a:ext cx="1356527" cy="921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8E13C9-3171-3135-6DCE-A32DC01922D5}"/>
              </a:ext>
            </a:extLst>
          </p:cNvPr>
          <p:cNvSpPr/>
          <p:nvPr/>
        </p:nvSpPr>
        <p:spPr>
          <a:xfrm>
            <a:off x="8080551" y="1568076"/>
            <a:ext cx="1003160" cy="3285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8163465"/>
      </p:ext>
    </p:extLst>
  </p:cSld>
  <p:clrMapOvr>
    <a:masterClrMapping/>
  </p:clrMapOvr>
</p:sld>
</file>

<file path=ppt/theme/theme1.xml><?xml version="1.0" encoding="utf-8"?>
<a:theme xmlns:a="http://schemas.openxmlformats.org/drawingml/2006/main" name="Comparison Matrix Infographic">
  <a:themeElements>
    <a:clrScheme name="Office">
      <a:dk1>
        <a:srgbClr val="2E2B29"/>
      </a:dk1>
      <a:lt1>
        <a:srgbClr val="EAE8E5"/>
      </a:lt1>
      <a:dk2>
        <a:srgbClr val="CB8547"/>
      </a:dk2>
      <a:lt2>
        <a:srgbClr val="FDFBFA"/>
      </a:lt2>
      <a:accent1>
        <a:srgbClr val="4B4A4A"/>
      </a:accent1>
      <a:accent2>
        <a:srgbClr val="737373"/>
      </a:accent2>
      <a:accent3>
        <a:srgbClr val="BF8F63"/>
      </a:accent3>
      <a:accent4>
        <a:srgbClr val="B69A81"/>
      </a:accent4>
      <a:accent5>
        <a:srgbClr val="D4C1B1"/>
      </a:accent5>
      <a:accent6>
        <a:srgbClr val="FDFBFA"/>
      </a:accent6>
      <a:hlink>
        <a:srgbClr val="CB854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39c146-954d-4f26-a811-b692fd1d4d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A6448950BFC04EB0C2782C8270A3EE" ma:contentTypeVersion="14" ma:contentTypeDescription="Create a new document." ma:contentTypeScope="" ma:versionID="6a15048697f1e617950125d4153dfc28">
  <xsd:schema xmlns:xsd="http://www.w3.org/2001/XMLSchema" xmlns:xs="http://www.w3.org/2001/XMLSchema" xmlns:p="http://schemas.microsoft.com/office/2006/metadata/properties" xmlns:ns3="5f39c146-954d-4f26-a811-b692fd1d4d6b" xmlns:ns4="fc5af292-9b51-4171-85a3-4465ac31c4dc" targetNamespace="http://schemas.microsoft.com/office/2006/metadata/properties" ma:root="true" ma:fieldsID="9ef8f96b1c0602fd54180d634b3843ff" ns3:_="" ns4:_="">
    <xsd:import namespace="5f39c146-954d-4f26-a811-b692fd1d4d6b"/>
    <xsd:import namespace="fc5af292-9b51-4171-85a3-4465ac31c4d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9c146-954d-4f26-a811-b692fd1d4d6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5af292-9b51-4171-85a3-4465ac31c4d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F79F09-BE4F-409E-965D-08D06245EEE7}">
  <ds:schemaRefs>
    <ds:schemaRef ds:uri="http://purl.org/dc/dcmitype/"/>
    <ds:schemaRef ds:uri="fc5af292-9b51-4171-85a3-4465ac31c4dc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5f39c146-954d-4f26-a811-b692fd1d4d6b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4BF9246-84D1-4658-ACEE-4836E2F303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17908D-2779-40A6-BD87-CCBEE4EAC3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39c146-954d-4f26-a811-b692fd1d4d6b"/>
    <ds:schemaRef ds:uri="fc5af292-9b51-4171-85a3-4465ac31c4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75</Words>
  <Application>Microsoft Macintosh PowerPoint</Application>
  <PresentationFormat>Custom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Source Serif 4</vt:lpstr>
      <vt:lpstr>Calibri</vt:lpstr>
      <vt:lpstr>Wingdings</vt:lpstr>
      <vt:lpstr>Inter</vt:lpstr>
      <vt:lpstr>Comparison Matrix Infographic</vt:lpstr>
      <vt:lpstr>Large-Scale Data Architectures  project plan</vt:lpstr>
      <vt:lpstr>Business Case</vt:lpstr>
      <vt:lpstr>Data pipeline</vt:lpstr>
      <vt:lpstr>Data pipeline</vt:lpstr>
      <vt:lpstr>Cost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Mátay-Csepeli Gábor András</cp:lastModifiedBy>
  <cp:revision>3</cp:revision>
  <dcterms:modified xsi:type="dcterms:W3CDTF">2025-11-20T15:30:31Z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0x01010023A6448950BFC04EB0C2782C8270A3EE</vt:lpwstr>
  </property>
</Properties>
</file>